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9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0"/>
            <a:ext cx="121889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1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 遇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驱动的沉浸式招聘平台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0" y="3383280"/>
            <a:ext cx="3959352" cy="13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5661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1FA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展示真实的你，而不只是一份简历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5852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2026.06  ·  dinozone.asia  ·  部署于腾讯云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54864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11480"/>
            <a:ext cx="1079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招聘行业的四个痛点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005840"/>
            <a:ext cx="10799064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188720"/>
            <a:ext cx="5271516" cy="219456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88720"/>
            <a:ext cx="5271516" cy="411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简历同质化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9057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数百份相似简历，关键词堆砌严重，HR难以区分真实能力与纸面功夫，筛选效率低下且误判率高。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23076" y="1188720"/>
            <a:ext cx="5271516" cy="219456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23076" y="1188720"/>
            <a:ext cx="5271516" cy="411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6505956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05956" y="1783080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面试效率低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05956" y="2103120"/>
            <a:ext cx="49057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人均耗时2-3小时/候选人，面后流失率高达30-50%，大量时间投入却无法转化为有效录用。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703320"/>
            <a:ext cx="5271516" cy="219456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703320"/>
            <a:ext cx="5271516" cy="411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4297680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信息不对称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617720"/>
            <a:ext cx="49057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候选人无法了解真实岗位环境与企业文化，HR无法评估沟通、协作等核心软技能。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23076" y="3703320"/>
            <a:ext cx="5271516" cy="219456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23076" y="3703320"/>
            <a:ext cx="5271516" cy="411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6505956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05956" y="4297680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信任危机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05956" y="4617720"/>
            <a:ext cx="49057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候选人普遍抵触AI简历筛选，企业缺乏透明、可追溯、可解释的AI辅助招聘方案。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54864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11480"/>
            <a:ext cx="1079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从简历筛选 → 能力展示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005840"/>
            <a:ext cx="10799064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1371600"/>
            <a:ext cx="411480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371600"/>
            <a:ext cx="411480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 · 传统模式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148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 投递简历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 关键词匹配筛选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2971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⏳  等待通知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91640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👤  传统面试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371600"/>
            <a:ext cx="4114800" cy="2560320"/>
          </a:xfrm>
          <a:prstGeom prst="rect">
            <a:avLst>
              <a:gd name="adj" fmla="val 2857"/>
            </a:avLst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48272" y="1371600"/>
            <a:ext cx="41148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7022592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 · 智遇模式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14032" y="2148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 浏览岗位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14032" y="2514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💼  实境体验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14032" y="2880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 AI 智能分析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14032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 立体能力画像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14032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 精准面试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28716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</a:rPr>
              <a:t>→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1325880" y="4251960"/>
            <a:ext cx="9537192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4251960"/>
            <a:ext cx="8988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 不是用 AI 筛人，而是用 AI 创造展示能力的新场景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54864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11480"/>
            <a:ext cx="1079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候选人体验流程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005840"/>
            <a:ext cx="10799064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248156" y="1463040"/>
            <a:ext cx="2148840" cy="3337560"/>
          </a:xfrm>
          <a:prstGeom prst="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29968" y="1691640"/>
            <a:ext cx="585216" cy="58521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2029968" y="16916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48156" y="2468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31036" y="3063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探索岗位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76756" y="356616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浏览岗位列表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重力沙盘表达偏好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62756" y="1463040"/>
            <a:ext cx="2148840" cy="3337560"/>
          </a:xfrm>
          <a:prstGeom prst="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1691640"/>
            <a:ext cx="585216" cy="58521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544568" y="16916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62756" y="2468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945636" y="3063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实境体验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91356" y="356616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工作日收件箱模拟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沙盘推演场景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77356" y="1463040"/>
            <a:ext cx="2148840" cy="3337560"/>
          </a:xfrm>
          <a:prstGeom prst="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59168" y="1691640"/>
            <a:ext cx="585216" cy="58521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7059168" y="16916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77356" y="2468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60236" y="3063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能力画像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05956" y="356616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维能力报告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791956" y="1463040"/>
            <a:ext cx="2148840" cy="3337560"/>
          </a:xfrm>
          <a:prstGeom prst="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73768" y="1691640"/>
            <a:ext cx="585216" cy="58521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9573768" y="16916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791956" y="2468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📮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974836" y="3063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投递简历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20556" y="356616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完整画像 + 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行为证据链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42716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9669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957316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9669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471916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9669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54864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11480"/>
            <a:ext cx="1079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核心功能：工作日收件箱模拟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5528" y="868680"/>
            <a:ext cx="107990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InboxSim — 沉浸式能力评估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5528" y="1234440"/>
            <a:ext cx="10799064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模拟真实工作消息流，在飞书/Slack 风格界面中展示真实工作能力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240280"/>
            <a:ext cx="1508760" cy="292608"/>
          </a:xfrm>
          <a:prstGeom prst="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24028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种操作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224028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回复、延迟、转交、忽略 — 覆盖真实工作决策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063240"/>
            <a:ext cx="1508760" cy="292608"/>
          </a:xfrm>
          <a:prstGeom prst="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0632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实时分析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30632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维度回复质量评分，毫秒级反馈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886200"/>
            <a:ext cx="1508760" cy="292608"/>
          </a:xfrm>
          <a:prstGeom prst="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8862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沉浸式设计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8862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 + Interior 双色板视觉感知切换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709160"/>
            <a:ext cx="1508760" cy="292608"/>
          </a:xfrm>
          <a:prstGeom prst="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7091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角色感知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47091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技术/销售/设计/全栈 — 不同岗位不同场景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1508760"/>
            <a:ext cx="5212080" cy="420624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508760"/>
            <a:ext cx="5212080" cy="457200"/>
          </a:xfrm>
          <a:prstGeom prst="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1874520"/>
            <a:ext cx="5212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1508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📥  工作日收件箱  #产品经理 · 周二 10:30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2148840"/>
            <a:ext cx="4846320" cy="640080"/>
          </a:xfrm>
          <a:prstGeom prst="rect">
            <a:avLst>
              <a:gd name="adj" fmla="val 7143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2148840"/>
            <a:ext cx="36576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219456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CTO 张总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24048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刚收到客户反馈，登录页加载超3秒，今天能出方案吗？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83680" y="2926080"/>
            <a:ext cx="4846320" cy="640080"/>
          </a:xfrm>
          <a:prstGeom prst="rect">
            <a:avLst>
              <a:gd name="adj" fmla="val 7143"/>
            </a:avLst>
          </a:prstGeom>
          <a:solidFill>
            <a:srgbClr val="FAF9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297180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设计师 小李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2280" y="31821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Figma里有个交互细节需要你确认一下，方便吗？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0" y="3703320"/>
            <a:ext cx="4846320" cy="640080"/>
          </a:xfrm>
          <a:prstGeom prst="rect">
            <a:avLst>
              <a:gd name="adj" fmla="val 7143"/>
            </a:avLst>
          </a:prstGeom>
          <a:solidFill>
            <a:srgbClr val="FAF9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37490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实习生 小王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39593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SQL查询跑不动了，能帮我看一下吗？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75120" y="5212080"/>
            <a:ext cx="1005840" cy="320040"/>
          </a:xfrm>
          <a:prstGeom prst="rect">
            <a:avLst>
              <a:gd name="adj" fmla="val 11429"/>
            </a:avLst>
          </a:prstGeom>
          <a:solidFill>
            <a:srgbClr val="FAF9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5212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↩ 回复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63840" y="5212080"/>
            <a:ext cx="1005840" cy="320040"/>
          </a:xfrm>
          <a:prstGeom prst="rect">
            <a:avLst>
              <a:gd name="adj" fmla="val 11429"/>
            </a:avLst>
          </a:prstGeom>
          <a:solidFill>
            <a:srgbClr val="FAF9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5212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延迟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52560" y="5212080"/>
            <a:ext cx="1005840" cy="320040"/>
          </a:xfrm>
          <a:prstGeom prst="rect">
            <a:avLst>
              <a:gd name="adj" fmla="val 11429"/>
            </a:avLst>
          </a:prstGeom>
          <a:solidFill>
            <a:srgbClr val="FAF9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0" y="5212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 转交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241280" y="5212080"/>
            <a:ext cx="1005840" cy="320040"/>
          </a:xfrm>
          <a:prstGeom prst="rect">
            <a:avLst>
              <a:gd name="adj" fmla="val 11429"/>
            </a:avLst>
          </a:prstGeom>
          <a:solidFill>
            <a:srgbClr val="FAF9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41280" y="5212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忽略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54864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11480"/>
            <a:ext cx="1079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005840"/>
            <a:ext cx="10799064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0451592" cy="658368"/>
          </a:xfrm>
          <a:prstGeom prst="rect">
            <a:avLst>
              <a:gd name="adj" fmla="val 8333"/>
            </a:avLst>
          </a:prstGeom>
          <a:solidFill>
            <a:srgbClr val="3B82F6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146304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0" y="1600200"/>
            <a:ext cx="18288" cy="38404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1463040"/>
            <a:ext cx="8439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+ TypeScript + Vite + Framer Motion + Zustand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77712" y="2258568"/>
            <a:ext cx="10033528" cy="658368"/>
          </a:xfrm>
          <a:prstGeom prst="rect">
            <a:avLst>
              <a:gd name="adj" fmla="val 8333"/>
            </a:avLst>
          </a:prstGeom>
          <a:solidFill>
            <a:srgbClr val="8B5CF6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52032" y="225856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495032" y="2395728"/>
            <a:ext cx="18288" cy="38404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23632" y="2258568"/>
            <a:ext cx="8021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Nginx（反向代理 + SSL）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86744" y="3054096"/>
            <a:ext cx="9615465" cy="658368"/>
          </a:xfrm>
          <a:prstGeom prst="rect">
            <a:avLst>
              <a:gd name="adj" fmla="val 833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61064" y="3054096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04064" y="3191256"/>
            <a:ext cx="18288" cy="38404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932664" y="3054096"/>
            <a:ext cx="760378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22 · 13 个 API 端点 · 8 个 Prompt 模块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95776" y="3849624"/>
            <a:ext cx="9197401" cy="658368"/>
          </a:xfrm>
          <a:prstGeom prst="rect">
            <a:avLst>
              <a:gd name="adj" fmla="val 8333"/>
            </a:avLst>
          </a:prstGeom>
          <a:solidFill>
            <a:srgbClr val="059669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770096" y="3849624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913096" y="3986784"/>
            <a:ext cx="18288" cy="38404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141696" y="3849624"/>
            <a:ext cx="718572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DeepSeek API（flash 实时 + pro 深度双模型）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704807" y="4645152"/>
            <a:ext cx="8779337" cy="658368"/>
          </a:xfrm>
          <a:prstGeom prst="rect">
            <a:avLst>
              <a:gd name="adj" fmla="val 8333"/>
            </a:avLst>
          </a:prstGeom>
          <a:solidFill>
            <a:srgbClr val="6366F1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979127" y="4645152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122127" y="4782312"/>
            <a:ext cx="18288" cy="38404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50727" y="4645152"/>
            <a:ext cx="676765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腾讯云 · PM2 · 腾讯云 SSL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5669280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架构遵循关注点分离原则：前端表现层 → 网关安全层 → 业务逻辑层 → AI推理层 → 基础设施层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54864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11480"/>
            <a:ext cx="1079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能力矩阵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005840"/>
            <a:ext cx="10799064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1325880"/>
          <a:ext cx="10085832" cy="914400"/>
        </p:xfrm>
        <a:graphic>
          <a:graphicData uri="http://schemas.openxmlformats.org/drawingml/2006/table">
            <a:tbl>
              <a:tblPr/>
              <a:tblGrid>
                <a:gridCol w="4538624"/>
                <a:gridCol w="2218883"/>
                <a:gridCol w="3328325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模型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JD 解析与岗位分析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Flash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结构化输出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数字人角色对话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Flash (流式)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SSE 实时推送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工作日模拟交互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Flash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实时质量评估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候选人画像提取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证据锚点 + 后验证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HR 综合报告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多维度评估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行为深度洞察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探索模式分析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沙盘场景生成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Flash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动态场景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模拟结果分析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维能力评分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岗位参数量化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Flash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数值提取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54864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11480"/>
            <a:ext cx="1079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005840"/>
            <a:ext cx="10799064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188720"/>
            <a:ext cx="10634472" cy="658368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188720"/>
            <a:ext cx="54864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887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118872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1216152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范式转移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1188720"/>
            <a:ext cx="7434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从筛选简历到展示能力的场景革命 — 让候选人「做」而非「说」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011680"/>
            <a:ext cx="10634472" cy="658368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011680"/>
            <a:ext cx="54864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0116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201168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2039112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双向透明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2011680"/>
            <a:ext cx="7434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候选人看真相 + HR 看证据 + AI 辅助不替代 — 打破信息黑箱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2834640"/>
            <a:ext cx="10634472" cy="658368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2834640"/>
            <a:ext cx="54864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83464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54480" y="283464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20240" y="2862072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 + Interior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11880" y="2834640"/>
            <a:ext cx="7434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视觉感知切换实现沉浸式场景模拟 — 飞书/微信等多场景覆盖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657600"/>
            <a:ext cx="10634472" cy="658368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3657600"/>
            <a:ext cx="54864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65760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554480" y="365760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920240" y="3685032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角色感知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11880" y="3657600"/>
            <a:ext cx="7434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技术/销售/设计/全栈各有专属评估体系 — 因岗施策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4480560"/>
            <a:ext cx="10634472" cy="658368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" y="4480560"/>
            <a:ext cx="54864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48056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54480" y="448056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920240" y="4507992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 AI 分析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11880" y="4480560"/>
            <a:ext cx="7434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回复质量 5 维度实时评分 + 情境化反馈 — 秒级智能评估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54864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11480"/>
            <a:ext cx="1079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信任治理体系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005840"/>
            <a:ext cx="10799064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188720"/>
            <a:ext cx="5088636" cy="2148840"/>
          </a:xfrm>
          <a:prstGeom prst="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463040"/>
            <a:ext cx="594360" cy="5943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63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1463040"/>
            <a:ext cx="3717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辅助，HR 决策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45399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所有招聘决定必须经过人工复核确认，AI 提供分析建议但不做最终判断，确保人类始终在决策闭环中。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05956" y="1188720"/>
            <a:ext cx="5088636" cy="2148840"/>
          </a:xfrm>
          <a:prstGeom prst="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80276" y="1463040"/>
            <a:ext cx="594360" cy="5943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6780276" y="1463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557516" y="1463040"/>
            <a:ext cx="3717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全链路审计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80276" y="2240280"/>
            <a:ext cx="45399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 AI 分析附带证据锚点与安全扫描记录，形成可追溯、可复查的完整行为证据链。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566160"/>
            <a:ext cx="5088636" cy="2148840"/>
          </a:xfrm>
          <a:prstGeom prst="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840480"/>
            <a:ext cx="594360" cy="5943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840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45920" y="3840480"/>
            <a:ext cx="3717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公平指数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617720"/>
            <a:ext cx="45399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维度实时监控（性别/年龄/学历/地域/经验/语言/算法偏差），支持人工覆写与校准。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05956" y="3566160"/>
            <a:ext cx="5088636" cy="2148840"/>
          </a:xfrm>
          <a:prstGeom prst="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80276" y="3840480"/>
            <a:ext cx="594360" cy="5943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22" name="Text 20"/>
          <p:cNvSpPr/>
          <p:nvPr/>
        </p:nvSpPr>
        <p:spPr>
          <a:xfrm>
            <a:off x="6780276" y="3840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557516" y="3840480"/>
            <a:ext cx="3717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候选人数据权利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80276" y="4617720"/>
            <a:ext cx="45399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依据《个人信息保护法》，候选人可查看、解释、删除自己的数据，全流程透明可追溯。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54864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11480"/>
            <a:ext cx="1079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005840"/>
            <a:ext cx="10799064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188720"/>
            <a:ext cx="5225796" cy="196596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88720"/>
            <a:ext cx="5225796" cy="411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1463040"/>
            <a:ext cx="4128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技术岗位招聘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47685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线上故障排查、新人求助响应、CTO 紧急催促 — 模拟真实开发场景，评估技术决策与沟通能力。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68796" y="1188720"/>
            <a:ext cx="5225796" cy="196596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68796" y="1188720"/>
            <a:ext cx="5225796" cy="411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597396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💼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191756" y="1463040"/>
            <a:ext cx="4128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销售岗位招聘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97396" y="2011680"/>
            <a:ext cx="47685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客户投诉处理、Pipeline 风险评估、竞品威胁应对 — 考察抗压能力与商务沟通技巧。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337560"/>
            <a:ext cx="5225796" cy="196596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337560"/>
            <a:ext cx="5225796" cy="411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17320" y="3611880"/>
            <a:ext cx="4128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设计岗位招聘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160520"/>
            <a:ext cx="47685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 Brief 响应、多方矛盾协调、设计评审会议 — 评估设计思维与跨部门协作能力。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68796" y="3337560"/>
            <a:ext cx="5225796" cy="196596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68796" y="3337560"/>
            <a:ext cx="5225796" cy="411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597396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191756" y="3611880"/>
            <a:ext cx="4128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校园批量招聘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97396" y="4160520"/>
            <a:ext cx="47685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标准化场景评估 + 自动化智能排序 — 批量筛选应届生，大幅降低初筛成本。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54864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11480"/>
            <a:ext cx="1079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落地规划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005840"/>
            <a:ext cx="10799064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371600"/>
            <a:ext cx="3300984" cy="3840480"/>
          </a:xfrm>
          <a:prstGeom prst="rect">
            <a:avLst>
              <a:gd name="adj" fmla="val 221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71600"/>
            <a:ext cx="3300984" cy="640080"/>
          </a:xfrm>
          <a:prstGeom prst="rect">
            <a:avLst>
              <a:gd name="adj" fmla="val 11429"/>
            </a:avLst>
          </a:prstGeom>
          <a:solidFill>
            <a:srgbClr val="059669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920240"/>
            <a:ext cx="3300984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3300984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· 当前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 v0.1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2404872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331720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个岗位覆盖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063240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063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990088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全流程闭环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21608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21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648456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智能分析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4379976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379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4306824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已部署腾讯云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70916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进行中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43984" y="1371600"/>
            <a:ext cx="3300984" cy="3840480"/>
          </a:xfrm>
          <a:prstGeom prst="rect">
            <a:avLst>
              <a:gd name="adj" fmla="val 221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43984" y="1371600"/>
            <a:ext cx="3300984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443984" y="1920240"/>
            <a:ext cx="3300984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443984" y="1371600"/>
            <a:ext cx="3300984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· 近期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43984" y="160020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v0.2 – v0.3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18304" y="2404872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4718304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9784" y="2331720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企业入驻体系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18304" y="306324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4718304" y="3063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9784" y="2990088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身份认证系统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18304" y="3721608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4718304" y="3721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29784" y="3648456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简历解析引擎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18304" y="437997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4718304" y="4379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29784" y="4306824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通知推送系统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18304" y="470916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规划中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93608" y="1371600"/>
            <a:ext cx="3300984" cy="3840480"/>
          </a:xfrm>
          <a:prstGeom prst="rect">
            <a:avLst>
              <a:gd name="adj" fmla="val 221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93608" y="1371600"/>
            <a:ext cx="3300984" cy="640080"/>
          </a:xfrm>
          <a:prstGeom prst="rect">
            <a:avLst>
              <a:gd name="adj" fmla="val 11429"/>
            </a:avLst>
          </a:prstGeom>
          <a:solidFill>
            <a:srgbClr val="8B5CF6"/>
          </a:solidFill>
          <a:ln/>
        </p:spPr>
      </p:sp>
      <p:sp>
        <p:nvSpPr>
          <p:cNvPr id="43" name="Shape 41"/>
          <p:cNvSpPr/>
          <p:nvPr/>
        </p:nvSpPr>
        <p:spPr>
          <a:xfrm>
            <a:off x="8293608" y="1920240"/>
            <a:ext cx="3300984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4" name="Text 42"/>
          <p:cNvSpPr/>
          <p:nvPr/>
        </p:nvSpPr>
        <p:spPr>
          <a:xfrm>
            <a:off x="8293608" y="1371600"/>
            <a:ext cx="3300984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· 中期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93608" y="160020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v1.0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67928" y="2404872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8567928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979408" y="2331720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视频数字人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567928" y="3063240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0" name="Text 48"/>
          <p:cNvSpPr/>
          <p:nvPr/>
        </p:nvSpPr>
        <p:spPr>
          <a:xfrm>
            <a:off x="8567928" y="3063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979408" y="2990088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多语言支持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567928" y="3721608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3" name="Text 51"/>
          <p:cNvSpPr/>
          <p:nvPr/>
        </p:nvSpPr>
        <p:spPr>
          <a:xfrm>
            <a:off x="8567928" y="3721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979408" y="3648456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ATS 系统集成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567928" y="437997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6" name="Text 54"/>
          <p:cNvSpPr/>
          <p:nvPr/>
        </p:nvSpPr>
        <p:spPr>
          <a:xfrm>
            <a:off x="8567928" y="4379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979408" y="4306824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移动端适配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567928" y="470916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筹备中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9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28016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0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 谢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1FA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智遇 · 让招聘回归能力本身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0" y="3749040"/>
            <a:ext cx="3044952" cy="13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5852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dinozone.asia  ·  部署于腾讯云  ·  2026.06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智遇 - AI驱动的沉浸式招聘平台</dc:title>
  <dc:subject>产品介绍演示文稿</dc:subject>
  <dc:creator>智遇团队</dc:creator>
  <cp:lastModifiedBy>智遇团队</cp:lastModifiedBy>
  <cp:revision>1</cp:revision>
  <dcterms:created xsi:type="dcterms:W3CDTF">2026-06-13T22:50:36Z</dcterms:created>
  <dcterms:modified xsi:type="dcterms:W3CDTF">2026-06-13T22:50:36Z</dcterms:modified>
</cp:coreProperties>
</file>